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Parisienne" charset="1" panose="03020507000000020002"/>
      <p:regular r:id="rId7"/>
    </p:embeddedFont>
    <p:embeddedFont>
      <p:font typeface="Montserrat" charset="1" panose="00000500000000000000"/>
      <p:regular r:id="rId8"/>
    </p:embeddedFont>
    <p:embeddedFont>
      <p:font typeface="Hammersmith One" charset="1" panose="02010703030501060504"/>
      <p:regular r:id="rId9"/>
    </p:embeddedFont>
    <p:embeddedFont>
      <p:font typeface="Archivo Black" charset="1" panose="020B0A03020202020B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11388">
            <a:off x="-639177" y="6280069"/>
            <a:ext cx="9974431" cy="2762918"/>
          </a:xfrm>
          <a:custGeom>
            <a:avLst/>
            <a:gdLst/>
            <a:ahLst/>
            <a:cxnLst/>
            <a:rect r="r" b="b" t="t" l="l"/>
            <a:pathLst>
              <a:path h="2762918" w="9974431">
                <a:moveTo>
                  <a:pt x="0" y="0"/>
                </a:moveTo>
                <a:lnTo>
                  <a:pt x="9974431" y="0"/>
                </a:lnTo>
                <a:lnTo>
                  <a:pt x="9974431" y="2762918"/>
                </a:lnTo>
                <a:lnTo>
                  <a:pt x="0" y="2762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1994">
            <a:off x="-668467" y="360468"/>
            <a:ext cx="11494350" cy="2373113"/>
          </a:xfrm>
          <a:custGeom>
            <a:avLst/>
            <a:gdLst/>
            <a:ahLst/>
            <a:cxnLst/>
            <a:rect r="r" b="b" t="t" l="l"/>
            <a:pathLst>
              <a:path h="2373113" w="11494350">
                <a:moveTo>
                  <a:pt x="0" y="0"/>
                </a:moveTo>
                <a:lnTo>
                  <a:pt x="11494350" y="0"/>
                </a:lnTo>
                <a:lnTo>
                  <a:pt x="11494350" y="2373113"/>
                </a:lnTo>
                <a:lnTo>
                  <a:pt x="0" y="2373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2385514" y="4168529"/>
            <a:ext cx="592097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836547" y="6330810"/>
            <a:ext cx="214489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6201827" y="6326047"/>
            <a:ext cx="2144894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50396" y="3252308"/>
            <a:ext cx="879120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4AAD"/>
                </a:solidFill>
                <a:latin typeface="Parisienne"/>
                <a:ea typeface="Parisienne"/>
                <a:cs typeface="Parisienne"/>
                <a:sym typeface="Parisienne"/>
              </a:rPr>
              <a:t>Mr. Dennis M. Soriano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892" y="4338158"/>
            <a:ext cx="8150216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successfully completing the Supervisory Development Course facilitated by the Civil Service Commission - National Capital Region last April 14-16, 2026 at the EMG Auditorium, Lung Center of the Philippines.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91035" y="6371324"/>
            <a:ext cx="2635920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Department Manager III</a:t>
            </a:r>
          </a:p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Education and Training Department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20612" y="6371324"/>
            <a:ext cx="226210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OIC, Executive Director</a:t>
            </a:r>
          </a:p>
          <a:p>
            <a:pPr algn="ctr" marL="0" indent="0" lvl="0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Lung Center of the Philippines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63991" y="6039027"/>
            <a:ext cx="249000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Dr. Gloanne C. Adolor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69514" y="6039027"/>
            <a:ext cx="230507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Dr. Jubert P. Benedicto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5279" y="2825122"/>
            <a:ext cx="67214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certificate is proudly presented  to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6000" y="1244048"/>
            <a:ext cx="91800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4AAD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CERTIFICATE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6000" y="2137586"/>
            <a:ext cx="9180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410">
                <a:solidFill>
                  <a:srgbClr val="004AAD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OF COMPLETION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70546" y="763977"/>
            <a:ext cx="1120167" cy="527696"/>
          </a:xfrm>
          <a:custGeom>
            <a:avLst/>
            <a:gdLst/>
            <a:ahLst/>
            <a:cxnLst/>
            <a:rect r="r" b="b" t="t" l="l"/>
            <a:pathLst>
              <a:path h="527696" w="1120167">
                <a:moveTo>
                  <a:pt x="0" y="0"/>
                </a:moveTo>
                <a:lnTo>
                  <a:pt x="1120166" y="0"/>
                </a:lnTo>
                <a:lnTo>
                  <a:pt x="1120166" y="527696"/>
                </a:lnTo>
                <a:lnTo>
                  <a:pt x="0" y="5276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26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229802" y="934422"/>
            <a:ext cx="3526953" cy="223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2"/>
              </a:lnSpc>
            </a:pPr>
            <a:r>
              <a:rPr lang="en-US" sz="1400" spc="-28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LUNG CENTER OF THE PHILIPPINES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DAHK7hQeqMM</dc:identifier>
  <dcterms:modified xsi:type="dcterms:W3CDTF">2011-08-01T06:04:30Z</dcterms:modified>
  <cp:revision>1</cp:revision>
  <dc:title>Sample Certificate for LMS</dc:title>
</cp:coreProperties>
</file>